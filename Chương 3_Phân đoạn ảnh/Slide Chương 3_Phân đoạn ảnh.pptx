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thanh</dc:creator>
  <dc:title>Graph_Cut_Segmentation_Combine</dc:title>
  <dcterms:created xsi:type="dcterms:W3CDTF">2026-03-19T02:43:03Z</dcterms:created>
  <dcterms:modified xsi:type="dcterms:W3CDTF">2026-03-19T02:43:03Z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2026-03-19T00:00:00Z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2026-03-19T00:00:00Z</vt:filetime>
  </property>
  <property fmtid="{D5CDD505-2E9C-101B-9397-08002B2CF9AE}" pid="5" name="Producer">
    <vt:lpwstr>Wondershare PDFelement</vt:lpwstr>
  </property>
</Properties>
</file>